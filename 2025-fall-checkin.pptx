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45"/>
  </p:normalViewPr>
  <p:slideViewPr>
    <p:cSldViewPr snapToGrid="0">
      <p:cViewPr varScale="1">
        <p:scale>
          <a:sx n="119" d="100"/>
          <a:sy n="119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E6FC-388E-AD15-5FE0-B8B66C50E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DB5CE-8341-A8BA-A7F6-38B60DBA6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907B3-8018-4CB2-2873-7FCA169E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2F02E-7064-80AB-DA94-0A02C209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63E71-4414-ECAB-1585-F9BFB85F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54AA9-392D-2CC4-59FE-FB2D2551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064C4-0BAF-A226-0AE1-FC2B5400B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9B4EC-CDF1-CFC6-A504-0159A863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C7635-3017-2923-A134-F6BAFEB1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82BE6-ECE1-C8FD-DEA4-B8996422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0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3298-26B5-6974-EF46-99542FF2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33E11-F675-D86B-2DAD-301FA7E8C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D18EA-B2A6-1D1B-4EA2-29BBFB69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7ABEB-0E22-C381-95EF-462C8257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6F9A1-2FA5-F9D0-77F6-1ABF3D8B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7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6F98-F1DF-8B02-178E-7819655A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A8C58-396F-FC11-689F-A5BA460E4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57BA8-A836-0E1F-457F-1C95918FE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FE3C4-F9CC-DED1-6C67-C4AFA024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0DF51-8E12-A17D-A57A-E7CFEFAA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FE9D5-FF49-8C9B-D01E-98D6D055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27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1AEEA-3222-8715-098B-F5BB26B7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10620-E473-AC49-0514-1FA693A58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795B3-96CF-48D5-D73B-F52040275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A9A8D-E259-A9AE-B78A-DF6EE1BAA1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37131-445E-AA8B-357B-328407C48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23888-ECAE-25C9-F729-E12E6D3B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60CFB-DB2A-5501-D2B3-D7F2805C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1F48A-C2ED-89C6-1B21-8BCE63FE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5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B795-6B03-D24F-29D5-A9F77AF0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E247A-A7E8-DA56-4C3B-FE4726CB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C4221-AC12-E06B-C09F-010D5ACB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84DF1-7F4E-C925-9BA9-F45EA4116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37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613F1-B683-99FC-47B0-C66D6488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74521-1639-6E5C-627D-E9A45C45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F780-2DA4-FA10-6825-BFCD435B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1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73EB9-7AA6-6C75-B1EC-019EEF70D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62B0A-8F45-25B1-0243-AF31A08C2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1A828-90B9-4448-2979-BFB73E402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04922-5F19-6496-48C1-A73252A64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7167-C3CB-19D0-10D0-FFB898302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B74D5-694C-7D03-B1E3-670D3891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7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4027-A6C7-D9DA-FD24-3566DBC0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07FDC-AF6B-5E50-648C-F9883189E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46295-0871-4099-C5E2-08020E0A9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8A315-071B-2113-A1FE-DBFBE103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F6998-E7BF-AB82-A756-47CD730E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4D555-0D41-8CB8-457E-3562B06E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F7AE-7C61-BD75-3DC3-A1B07E3F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2B708-9B9B-7B6F-3439-9E89DDEB4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25464-1A78-20B3-35A1-846C59D3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223A6-E10A-B18E-68D3-5635D36A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6954B-D410-C7A2-B20C-0AD07DED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6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FE83B4-6853-963A-9B7C-67BBA065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FEBEF-6CDB-449C-D3D6-79AF8F8A0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287A0-DCFF-7683-86DA-7C5576BD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0E02C-CFC6-8B35-FD20-09F082C0F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9B39E-2463-8497-7E46-48E30D0E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5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45F25-B2E8-0DE0-5714-8E76A454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050AF-3B2B-07BD-45B0-3D4FE57A4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5D329-098E-1AB9-6CEE-5D3A0F610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88EFD-E099-CD4B-85D7-15FE9FF8EDE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1E639-C94A-2639-3E12-EB1EB40C9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6B151-B436-AFF5-82C0-D86121EAB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01481-9321-4545-809A-E522AA5DC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79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y62vnjf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tinyurl.com/mrhxbmxv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A63A89-41E1-B83D-5D88-D11CD5D1F7CA}"/>
              </a:ext>
            </a:extLst>
          </p:cNvPr>
          <p:cNvSpPr txBox="1"/>
          <p:nvPr/>
        </p:nvSpPr>
        <p:spPr>
          <a:xfrm>
            <a:off x="1572731" y="499586"/>
            <a:ext cx="96339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Please check in! Find your name in the Google spreadsheet and click the box next to it — </a:t>
            </a:r>
            <a:r>
              <a:rPr lang="en-US" sz="3200" i="1" dirty="0"/>
              <a:t>just your name, please! Don’t help others. </a:t>
            </a:r>
            <a:endParaRPr lang="en-US" sz="3200" dirty="0"/>
          </a:p>
        </p:txBody>
      </p:sp>
      <p:pic>
        <p:nvPicPr>
          <p:cNvPr id="6" name="Picture 5" descr="A qr code with black squares&#10;&#10;Description automatically generated">
            <a:extLst>
              <a:ext uri="{FF2B5EF4-FFF2-40B4-BE49-F238E27FC236}">
                <a16:creationId xmlns:a16="http://schemas.microsoft.com/office/drawing/2014/main" id="{64A7BB98-7DB3-A1FC-2459-0EFAB015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213" y="3164697"/>
            <a:ext cx="2863573" cy="28635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C1888F-A8B9-E661-B5CC-5280348A0D2C}"/>
              </a:ext>
            </a:extLst>
          </p:cNvPr>
          <p:cNvSpPr txBox="1"/>
          <p:nvPr/>
        </p:nvSpPr>
        <p:spPr>
          <a:xfrm>
            <a:off x="2360926" y="2069246"/>
            <a:ext cx="7729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hlinkClick r:id="rId3"/>
              </a:rPr>
              <a:t>https://tinyurl.com/y62vnjfx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548485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8C14-5F13-B05E-7115-2058E403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Materials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22142-BA11-64CF-EF49-8A4C43DE6977}"/>
              </a:ext>
            </a:extLst>
          </p:cNvPr>
          <p:cNvSpPr txBox="1"/>
          <p:nvPr/>
        </p:nvSpPr>
        <p:spPr>
          <a:xfrm>
            <a:off x="838200" y="2633838"/>
            <a:ext cx="10392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https://</a:t>
            </a:r>
            <a:r>
              <a:rPr lang="en-US" sz="3600" dirty="0" err="1"/>
              <a:t>github.com</a:t>
            </a:r>
            <a:r>
              <a:rPr lang="en-US" sz="3600" dirty="0"/>
              <a:t>/</a:t>
            </a:r>
            <a:r>
              <a:rPr lang="en-US" sz="3600" dirty="0" err="1"/>
              <a:t>YaleWTI</a:t>
            </a:r>
            <a:r>
              <a:rPr lang="en-US" sz="3600" dirty="0"/>
              <a:t>-CNMI/misha-2025-fall</a:t>
            </a:r>
          </a:p>
        </p:txBody>
      </p:sp>
    </p:spTree>
    <p:extLst>
      <p:ext uri="{BB962C8B-B14F-4D97-AF65-F5344CB8AC3E}">
        <p14:creationId xmlns:p14="http://schemas.microsoft.com/office/powerpoint/2010/main" val="2412322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D6F27E-9A6F-9FFF-7AA1-9DD88F7CDBC7}"/>
              </a:ext>
            </a:extLst>
          </p:cNvPr>
          <p:cNvSpPr txBox="1"/>
          <p:nvPr/>
        </p:nvSpPr>
        <p:spPr>
          <a:xfrm>
            <a:off x="1045285" y="848263"/>
            <a:ext cx="101014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Got questions answered? Wanted to provide feedback? Submit them using this Google form: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447F8-6562-AD81-CC85-2281054EF378}"/>
              </a:ext>
            </a:extLst>
          </p:cNvPr>
          <p:cNvSpPr txBox="1"/>
          <p:nvPr/>
        </p:nvSpPr>
        <p:spPr>
          <a:xfrm>
            <a:off x="1719313" y="2093121"/>
            <a:ext cx="87533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hlinkClick r:id="rId2"/>
              </a:rPr>
              <a:t>https://tinyurl.com/mrhxbmxv</a:t>
            </a:r>
            <a:endParaRPr lang="en-US" sz="4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3838C-423C-F40C-CAA5-DBF5C39C5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173" y="3184710"/>
            <a:ext cx="2959652" cy="295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96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4044</TotalTime>
  <Words>70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Training Materials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Luo, Ping</dc:creator>
  <cp:lastModifiedBy>Luo, Ping</cp:lastModifiedBy>
  <cp:revision>2</cp:revision>
  <dcterms:created xsi:type="dcterms:W3CDTF">2025-11-03T19:02:25Z</dcterms:created>
  <dcterms:modified xsi:type="dcterms:W3CDTF">2025-11-06T14:26:32Z</dcterms:modified>
</cp:coreProperties>
</file>